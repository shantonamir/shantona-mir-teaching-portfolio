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Gowun Batang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owunBatang-regular.fntdata"/><Relationship Id="rId12" Type="http://schemas.openxmlformats.org/officeDocument/2006/relationships/slide" Target="slides/slide7.xml"/><Relationship Id="rId14" Type="http://schemas.openxmlformats.org/officeDocument/2006/relationships/font" Target="fonts/GowunBatang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6f263092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86f263092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86f2630923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86f2630923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637c3c48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d637c3c48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6f2630923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86f2630923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86f2630923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86f2630923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86f2630923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86f2630923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86f2630923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86f2630923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 and foot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body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2"/>
          <p:cNvSpPr txBox="1"/>
          <p:nvPr>
            <p:ph idx="4" type="body"/>
          </p:nvPr>
        </p:nvSpPr>
        <p:spPr>
          <a:xfrm>
            <a:off x="24003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5" type="body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6" type="body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7" type="body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228600" y="2866225"/>
            <a:ext cx="62328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228600" y="167750"/>
            <a:ext cx="5257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4" name="Google Shape;34;p5"/>
          <p:cNvCxnSpPr/>
          <p:nvPr/>
        </p:nvCxnSpPr>
        <p:spPr>
          <a:xfrm>
            <a:off x="228600" y="478125"/>
            <a:ext cx="868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" name="Google Shape;35;p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3456">
          <p15:clr>
            <a:srgbClr val="E46962"/>
          </p15:clr>
        </p15:guide>
        <p15:guide id="2" pos="475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te sheet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229450" y="164350"/>
            <a:ext cx="86868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subTitle"/>
          </p:nvPr>
        </p:nvSpPr>
        <p:spPr>
          <a:xfrm>
            <a:off x="2286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1" name="Google Shape;41;p6"/>
          <p:cNvSpPr txBox="1"/>
          <p:nvPr>
            <p:ph idx="3" type="subTitle"/>
          </p:nvPr>
        </p:nvSpPr>
        <p:spPr>
          <a:xfrm>
            <a:off x="32079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2" name="Google Shape;42;p6"/>
          <p:cNvSpPr txBox="1"/>
          <p:nvPr>
            <p:ph idx="4" type="subTitle"/>
          </p:nvPr>
        </p:nvSpPr>
        <p:spPr>
          <a:xfrm>
            <a:off x="61872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43" name="Google Shape;43;p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1" name="Google Shape;51;p7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3" name="Google Shape;53;p7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54" name="Google Shape;54;p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64" name="Google Shape;64;p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1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8" name="Google Shape;68;p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5" type="subTitle"/>
          </p:nvPr>
        </p:nvSpPr>
        <p:spPr>
          <a:xfrm>
            <a:off x="22945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24003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5" name="Google Shape;75;p9"/>
          <p:cNvSpPr txBox="1"/>
          <p:nvPr>
            <p:ph idx="7" type="subTitle"/>
          </p:nvPr>
        </p:nvSpPr>
        <p:spPr>
          <a:xfrm>
            <a:off x="45720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6" name="Google Shape;76;p9"/>
          <p:cNvSpPr txBox="1"/>
          <p:nvPr>
            <p:ph idx="8" type="subTitle"/>
          </p:nvPr>
        </p:nvSpPr>
        <p:spPr>
          <a:xfrm>
            <a:off x="67437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2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0"/>
          <p:cNvSpPr txBox="1"/>
          <p:nvPr>
            <p:ph type="title"/>
          </p:nvPr>
        </p:nvSpPr>
        <p:spPr>
          <a:xfrm>
            <a:off x="229450" y="164350"/>
            <a:ext cx="5541900" cy="18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80" name="Google Shape;80;p1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0"/>
          <p:cNvSpPr txBox="1"/>
          <p:nvPr>
            <p:ph idx="1" type="body"/>
          </p:nvPr>
        </p:nvSpPr>
        <p:spPr>
          <a:xfrm>
            <a:off x="228600" y="2448075"/>
            <a:ext cx="55419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2" type="subTitle"/>
          </p:nvPr>
        </p:nvSpPr>
        <p:spPr>
          <a:xfrm>
            <a:off x="228600" y="1798275"/>
            <a:ext cx="55419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2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88" name="Google Shape;88;p1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1"/>
          <p:cNvSpPr txBox="1"/>
          <p:nvPr>
            <p:ph idx="3" type="body"/>
          </p:nvPr>
        </p:nvSpPr>
        <p:spPr>
          <a:xfrm>
            <a:off x="4573675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4" type="subTitle"/>
          </p:nvPr>
        </p:nvSpPr>
        <p:spPr>
          <a:xfrm>
            <a:off x="4573675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dy text">
  <p:cSld name="CUSTOM_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5095525" y="922175"/>
            <a:ext cx="3440100" cy="12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2"/>
          <p:cNvSpPr txBox="1"/>
          <p:nvPr>
            <p:ph idx="2" type="body"/>
          </p:nvPr>
        </p:nvSpPr>
        <p:spPr>
          <a:xfrm>
            <a:off x="5095525" y="2801100"/>
            <a:ext cx="34401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3" type="body"/>
          </p:nvPr>
        </p:nvSpPr>
        <p:spPr>
          <a:xfrm>
            <a:off x="5095525" y="4013575"/>
            <a:ext cx="3440100" cy="53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97" name="Google Shape;97;p1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229450" y="164350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2286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2" type="body"/>
          </p:nvPr>
        </p:nvSpPr>
        <p:spPr>
          <a:xfrm>
            <a:off x="24003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4" type="body"/>
          </p:nvPr>
        </p:nvSpPr>
        <p:spPr>
          <a:xfrm>
            <a:off x="67437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5" type="body"/>
          </p:nvPr>
        </p:nvSpPr>
        <p:spPr>
          <a:xfrm>
            <a:off x="45720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06" name="Google Shape;106;p1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text">
  <p:cSld name="TITLE_ONLY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3701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2" type="body"/>
          </p:nvPr>
        </p:nvSpPr>
        <p:spPr>
          <a:xfrm>
            <a:off x="2541453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3" type="body"/>
          </p:nvPr>
        </p:nvSpPr>
        <p:spPr>
          <a:xfrm>
            <a:off x="4713154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4" type="body"/>
          </p:nvPr>
        </p:nvSpPr>
        <p:spPr>
          <a:xfrm>
            <a:off x="6884852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5" type="subTitle"/>
          </p:nvPr>
        </p:nvSpPr>
        <p:spPr>
          <a:xfrm>
            <a:off x="3701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6" type="subTitle"/>
          </p:nvPr>
        </p:nvSpPr>
        <p:spPr>
          <a:xfrm>
            <a:off x="25414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7" type="subTitle"/>
          </p:nvPr>
        </p:nvSpPr>
        <p:spPr>
          <a:xfrm>
            <a:off x="47128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8" type="subTitle"/>
          </p:nvPr>
        </p:nvSpPr>
        <p:spPr>
          <a:xfrm>
            <a:off x="68841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9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18" name="Google Shape;118;p1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5"/>
          <p:cNvSpPr txBox="1"/>
          <p:nvPr>
            <p:ph idx="1" type="subTitle"/>
          </p:nvPr>
        </p:nvSpPr>
        <p:spPr>
          <a:xfrm>
            <a:off x="14568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2" type="subTitle"/>
          </p:nvPr>
        </p:nvSpPr>
        <p:spPr>
          <a:xfrm>
            <a:off x="362815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3" type="subTitle"/>
          </p:nvPr>
        </p:nvSpPr>
        <p:spPr>
          <a:xfrm>
            <a:off x="57995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4" type="subTitle"/>
          </p:nvPr>
        </p:nvSpPr>
        <p:spPr>
          <a:xfrm>
            <a:off x="57995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25" name="Google Shape;125;p1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5"/>
          <p:cNvSpPr txBox="1"/>
          <p:nvPr>
            <p:ph idx="5" type="subTitle"/>
          </p:nvPr>
        </p:nvSpPr>
        <p:spPr>
          <a:xfrm>
            <a:off x="14568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6" type="subTitle"/>
          </p:nvPr>
        </p:nvSpPr>
        <p:spPr>
          <a:xfrm>
            <a:off x="362815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5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6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34" name="Google Shape;134;p16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5" type="subTitle"/>
          </p:nvPr>
        </p:nvSpPr>
        <p:spPr>
          <a:xfrm>
            <a:off x="45720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6" type="subTitle"/>
          </p:nvPr>
        </p:nvSpPr>
        <p:spPr>
          <a:xfrm>
            <a:off x="2286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39" name="Google Shape;139;p1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4" name="Google Shape;144;p1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CUSTOM_10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idx="2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1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225750" y="1212350"/>
            <a:ext cx="8692500" cy="34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54" name="Google Shape;154;p1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9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>
  <p:cSld name="CUSTOM_7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0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20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61" name="Google Shape;161;p2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7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7005675" y="789050"/>
            <a:ext cx="1582800" cy="158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1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7" name="Google Shape;167;p2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8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2"/>
          <p:cNvSpPr txBox="1"/>
          <p:nvPr>
            <p:ph type="title"/>
          </p:nvPr>
        </p:nvSpPr>
        <p:spPr>
          <a:xfrm>
            <a:off x="228600" y="1549575"/>
            <a:ext cx="7938000" cy="22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72" name="Google Shape;172;p2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8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2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3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8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4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ONE_COLUM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5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84" name="Google Shape;184;p25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86" name="Google Shape;186;p2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ONE_COLUMN_TEXT_2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0" name="Google Shape;190;p26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91" name="Google Shape;191;p2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ONE_COLUMN_TEXT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228600" y="2089772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5" name="Google Shape;195;p27"/>
          <p:cNvSpPr txBox="1"/>
          <p:nvPr>
            <p:ph idx="1" type="subTitle"/>
          </p:nvPr>
        </p:nvSpPr>
        <p:spPr>
          <a:xfrm>
            <a:off x="6074275" y="1004700"/>
            <a:ext cx="25587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2" type="subTitle"/>
          </p:nvPr>
        </p:nvSpPr>
        <p:spPr>
          <a:xfrm>
            <a:off x="4292700" y="1004700"/>
            <a:ext cx="16710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9pPr>
          </a:lstStyle>
          <a:p/>
        </p:txBody>
      </p:sp>
      <p:sp>
        <p:nvSpPr>
          <p:cNvPr id="197" name="Google Shape;197;p2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8" name="Google Shape;198;p2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">
  <p:cSld name="CUSTOM_4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8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3" name="Google Shape;203;p28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05" name="Google Shape;205;p2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9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10" name="Google Shape;210;p29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11" name="Google Shape;211;p2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mage boards">
  <p:cSld name="CUSTOM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0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15" name="Google Shape;215;p30"/>
          <p:cNvSpPr/>
          <p:nvPr>
            <p:ph idx="2" type="pic"/>
          </p:nvPr>
        </p:nvSpPr>
        <p:spPr>
          <a:xfrm>
            <a:off x="228600" y="1870200"/>
            <a:ext cx="20244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0"/>
          <p:cNvSpPr/>
          <p:nvPr>
            <p:ph idx="3" type="pic"/>
          </p:nvPr>
        </p:nvSpPr>
        <p:spPr>
          <a:xfrm>
            <a:off x="3864875" y="1870200"/>
            <a:ext cx="35619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0"/>
          <p:cNvSpPr/>
          <p:nvPr>
            <p:ph idx="4" type="pic"/>
          </p:nvPr>
        </p:nvSpPr>
        <p:spPr>
          <a:xfrm>
            <a:off x="7547700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0"/>
          <p:cNvSpPr/>
          <p:nvPr>
            <p:ph idx="5" type="pic"/>
          </p:nvPr>
        </p:nvSpPr>
        <p:spPr>
          <a:xfrm>
            <a:off x="2375088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30"/>
          <p:cNvSpPr txBox="1"/>
          <p:nvPr>
            <p:ph idx="6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0" name="Google Shape;220;p30"/>
          <p:cNvSpPr txBox="1"/>
          <p:nvPr>
            <p:ph idx="7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21" name="Google Shape;221;p3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 boards">
  <p:cSld name="CUSTOM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5" name="Google Shape;225;p31"/>
          <p:cNvSpPr/>
          <p:nvPr>
            <p:ph idx="2" type="pic"/>
          </p:nvPr>
        </p:nvSpPr>
        <p:spPr>
          <a:xfrm>
            <a:off x="2286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1"/>
          <p:cNvSpPr/>
          <p:nvPr>
            <p:ph idx="3" type="pic"/>
          </p:nvPr>
        </p:nvSpPr>
        <p:spPr>
          <a:xfrm>
            <a:off x="31618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1"/>
          <p:cNvSpPr/>
          <p:nvPr>
            <p:ph idx="4" type="pic"/>
          </p:nvPr>
        </p:nvSpPr>
        <p:spPr>
          <a:xfrm>
            <a:off x="60950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0" name="Google Shape;230;p3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">
  <p:cSld name="CUSTOM_1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2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4" name="Google Shape;234;p32"/>
          <p:cNvSpPr/>
          <p:nvPr>
            <p:ph idx="2" type="pic"/>
          </p:nvPr>
        </p:nvSpPr>
        <p:spPr>
          <a:xfrm>
            <a:off x="463305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2"/>
          <p:cNvSpPr/>
          <p:nvPr>
            <p:ph idx="3" type="pic"/>
          </p:nvPr>
        </p:nvSpPr>
        <p:spPr>
          <a:xfrm>
            <a:off x="22860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37" name="Google Shape;237;p32"/>
          <p:cNvSpPr txBox="1"/>
          <p:nvPr>
            <p:ph idx="5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8" name="Google Shape;238;p3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 vertical">
  <p:cSld name="CUSTOM_1_1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/>
          <p:nvPr>
            <p:ph idx="2" type="pic"/>
          </p:nvPr>
        </p:nvSpPr>
        <p:spPr>
          <a:xfrm>
            <a:off x="31618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3"/>
          <p:cNvSpPr/>
          <p:nvPr>
            <p:ph idx="3" type="pic"/>
          </p:nvPr>
        </p:nvSpPr>
        <p:spPr>
          <a:xfrm>
            <a:off x="60951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3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4" name="Google Shape;244;p33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5" name="Google Shape;245;p33"/>
          <p:cNvSpPr txBox="1"/>
          <p:nvPr>
            <p:ph idx="5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46" name="Google Shape;246;p3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square image board">
  <p:cSld name="CUSTOM_1_1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/>
          <p:nvPr>
            <p:ph idx="2" type="pic"/>
          </p:nvPr>
        </p:nvSpPr>
        <p:spPr>
          <a:xfrm>
            <a:off x="4569950" y="164350"/>
            <a:ext cx="43431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3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5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54" name="Google Shape;254;p3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55" name="Google Shape;255;p35"/>
          <p:cNvSpPr txBox="1"/>
          <p:nvPr>
            <p:ph idx="4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56" name="Google Shape;256;p3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andscape image board">
  <p:cSld name="CUSTOM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6"/>
          <p:cNvSpPr txBox="1"/>
          <p:nvPr>
            <p:ph idx="1" type="subTitle"/>
          </p:nvPr>
        </p:nvSpPr>
        <p:spPr>
          <a:xfrm>
            <a:off x="228600" y="3290275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1" name="Google Shape;261;p3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2" name="Google Shape;262;p36"/>
          <p:cNvSpPr txBox="1"/>
          <p:nvPr>
            <p:ph idx="4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3" name="Google Shape;263;p3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CUSTOM_1_1_1_1_1_1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8" name="Google Shape;268;p37"/>
          <p:cNvSpPr txBox="1"/>
          <p:nvPr>
            <p:ph idx="3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9" name="Google Shape;269;p3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7"/>
          <p:cNvSpPr txBox="1"/>
          <p:nvPr>
            <p:ph type="title"/>
          </p:nvPr>
        </p:nvSpPr>
        <p:spPr>
          <a:xfrm>
            <a:off x="228600" y="164350"/>
            <a:ext cx="2670300" cy="28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2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84" name="Google Shape;284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1"/>
          <p:cNvSpPr/>
          <p:nvPr>
            <p:ph idx="2" type="pic"/>
          </p:nvPr>
        </p:nvSpPr>
        <p:spPr>
          <a:xfrm>
            <a:off x="463305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1"/>
          <p:cNvSpPr/>
          <p:nvPr>
            <p:ph idx="3" type="pic"/>
          </p:nvPr>
        </p:nvSpPr>
        <p:spPr>
          <a:xfrm>
            <a:off x="22860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90" name="Google Shape;290;p4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4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3" name="Google Shape;293;p41"/>
          <p:cNvSpPr txBox="1"/>
          <p:nvPr>
            <p:ph idx="4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294" name="Google Shape;294;p41"/>
          <p:cNvSpPr txBox="1"/>
          <p:nvPr>
            <p:ph idx="5" type="body"/>
          </p:nvPr>
        </p:nvSpPr>
        <p:spPr>
          <a:xfrm>
            <a:off x="46330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5" name="Google Shape;295;p41"/>
          <p:cNvSpPr txBox="1"/>
          <p:nvPr>
            <p:ph idx="6" type="subTitle"/>
          </p:nvPr>
        </p:nvSpPr>
        <p:spPr>
          <a:xfrm>
            <a:off x="46330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8" name="Google Shape;298;p4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42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" name="Google Shape;300;p42"/>
          <p:cNvSpPr/>
          <p:nvPr>
            <p:ph idx="2" type="pic"/>
          </p:nvPr>
        </p:nvSpPr>
        <p:spPr>
          <a:xfrm>
            <a:off x="2286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42"/>
          <p:cNvSpPr/>
          <p:nvPr>
            <p:ph idx="3" type="pic"/>
          </p:nvPr>
        </p:nvSpPr>
        <p:spPr>
          <a:xfrm>
            <a:off x="31618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2"/>
          <p:cNvSpPr/>
          <p:nvPr>
            <p:ph idx="4" type="pic"/>
          </p:nvPr>
        </p:nvSpPr>
        <p:spPr>
          <a:xfrm>
            <a:off x="60950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2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4" name="Google Shape;304;p42"/>
          <p:cNvSpPr txBox="1"/>
          <p:nvPr>
            <p:ph idx="5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5" name="Google Shape;305;p42"/>
          <p:cNvSpPr txBox="1"/>
          <p:nvPr>
            <p:ph idx="6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6" name="Google Shape;306;p42"/>
          <p:cNvSpPr txBox="1"/>
          <p:nvPr>
            <p:ph idx="7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7" name="Google Shape;307;p42"/>
          <p:cNvSpPr txBox="1"/>
          <p:nvPr>
            <p:ph idx="8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8" name="Google Shape;308;p42"/>
          <p:cNvSpPr txBox="1"/>
          <p:nvPr>
            <p:ph idx="9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with footer">
  <p:cSld name="CUSTOM_1_1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3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13" name="Google Shape;313;p4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7" name="Google Shape;317;p4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0" name="Google Shape;320;p4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5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45"/>
          <p:cNvSpPr/>
          <p:nvPr>
            <p:ph idx="2" type="pic"/>
          </p:nvPr>
        </p:nvSpPr>
        <p:spPr>
          <a:xfrm>
            <a:off x="228600" y="2598025"/>
            <a:ext cx="20244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5"/>
          <p:cNvSpPr/>
          <p:nvPr>
            <p:ph idx="3" type="pic"/>
          </p:nvPr>
        </p:nvSpPr>
        <p:spPr>
          <a:xfrm>
            <a:off x="3864875" y="2598025"/>
            <a:ext cx="35619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5"/>
          <p:cNvSpPr/>
          <p:nvPr>
            <p:ph idx="4" type="pic"/>
          </p:nvPr>
        </p:nvSpPr>
        <p:spPr>
          <a:xfrm>
            <a:off x="7547700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5"/>
          <p:cNvSpPr/>
          <p:nvPr>
            <p:ph idx="5" type="pic"/>
          </p:nvPr>
        </p:nvSpPr>
        <p:spPr>
          <a:xfrm>
            <a:off x="2375088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5"/>
          <p:cNvSpPr/>
          <p:nvPr>
            <p:ph idx="6" type="pic"/>
          </p:nvPr>
        </p:nvSpPr>
        <p:spPr>
          <a:xfrm>
            <a:off x="228600" y="1038850"/>
            <a:ext cx="10035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5"/>
          <p:cNvSpPr/>
          <p:nvPr>
            <p:ph idx="7" type="pic"/>
          </p:nvPr>
        </p:nvSpPr>
        <p:spPr>
          <a:xfrm>
            <a:off x="6745975" y="1038850"/>
            <a:ext cx="21696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5"/>
          <p:cNvSpPr/>
          <p:nvPr>
            <p:ph idx="8" type="pic"/>
          </p:nvPr>
        </p:nvSpPr>
        <p:spPr>
          <a:xfrm>
            <a:off x="1354150" y="1038850"/>
            <a:ext cx="15024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5"/>
          <p:cNvSpPr/>
          <p:nvPr>
            <p:ph idx="9" type="pic"/>
          </p:nvPr>
        </p:nvSpPr>
        <p:spPr>
          <a:xfrm>
            <a:off x="2981410" y="1038850"/>
            <a:ext cx="21963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5"/>
          <p:cNvSpPr/>
          <p:nvPr>
            <p:ph idx="13" type="pic"/>
          </p:nvPr>
        </p:nvSpPr>
        <p:spPr>
          <a:xfrm>
            <a:off x="5311004" y="1038850"/>
            <a:ext cx="1301700" cy="14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CUSTOM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6"/>
          <p:cNvSpPr/>
          <p:nvPr>
            <p:ph idx="2" type="pic"/>
          </p:nvPr>
        </p:nvSpPr>
        <p:spPr>
          <a:xfrm>
            <a:off x="2286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6"/>
          <p:cNvSpPr txBox="1"/>
          <p:nvPr>
            <p:ph type="title"/>
          </p:nvPr>
        </p:nvSpPr>
        <p:spPr>
          <a:xfrm>
            <a:off x="6095100" y="321875"/>
            <a:ext cx="2820300" cy="1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46"/>
          <p:cNvSpPr txBox="1"/>
          <p:nvPr>
            <p:ph idx="1" type="subTitle"/>
          </p:nvPr>
        </p:nvSpPr>
        <p:spPr>
          <a:xfrm>
            <a:off x="6095100" y="1842575"/>
            <a:ext cx="2820300" cy="26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36" name="Google Shape;336;p4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37" name="Google Shape;337;p4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0" name="Google Shape;340;p4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47"/>
          <p:cNvSpPr txBox="1"/>
          <p:nvPr>
            <p:ph hasCustomPrompt="1" type="title"/>
          </p:nvPr>
        </p:nvSpPr>
        <p:spPr>
          <a:xfrm>
            <a:off x="225750" y="1212350"/>
            <a:ext cx="8606700" cy="43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9pPr>
          </a:lstStyle>
          <a:p>
            <a:r>
              <a:t>xx%</a:t>
            </a:r>
          </a:p>
        </p:txBody>
      </p:sp>
      <p:cxnSp>
        <p:nvCxnSpPr>
          <p:cNvPr id="342" name="Google Shape;342;p47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7"/>
          <p:cNvSpPr txBox="1"/>
          <p:nvPr>
            <p:ph idx="1" type="body"/>
          </p:nvPr>
        </p:nvSpPr>
        <p:spPr>
          <a:xfrm>
            <a:off x="228600" y="578150"/>
            <a:ext cx="86925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_1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6" name="Google Shape;346;p4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8"/>
          <p:cNvSpPr txBox="1"/>
          <p:nvPr>
            <p:ph idx="1" type="body"/>
          </p:nvPr>
        </p:nvSpPr>
        <p:spPr>
          <a:xfrm>
            <a:off x="228600" y="3719575"/>
            <a:ext cx="3942600" cy="7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9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owun Batang"/>
              <a:buNone/>
              <a:defRPr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2947825"/>
            <a:ext cx="85206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pos="5616">
          <p15:clr>
            <a:srgbClr val="E46962"/>
          </p15:clr>
        </p15:guide>
        <p15:guide id="3" orient="horz" pos="10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spreadsheets/d/1JxnhrjECTvKCi3JK05HaAc21CbwmGxhe/edit?gid=1575543913#gid=1575543913" TargetMode="External"/><Relationship Id="rId4" Type="http://schemas.openxmlformats.org/officeDocument/2006/relationships/hyperlink" Target="https://docs.google.com/spreadsheets/d/1JxnhrjECTvKCi3JK05HaAc21CbwmGxhe/edit?gid=1575543913#gid=1575543913" TargetMode="External"/><Relationship Id="rId5" Type="http://schemas.openxmlformats.org/officeDocument/2006/relationships/hyperlink" Target="https://docs.google.com/spreadsheets/d/1JxnhrjECTvKCi3JK05HaAc21CbwmGxhe/edit?gid=643049026#gid=643049026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Mongolia Study Abroad Business Plan</a:t>
            </a:r>
            <a:endParaRPr/>
          </a:p>
        </p:txBody>
      </p:sp>
      <p:sp>
        <p:nvSpPr>
          <p:cNvPr id="354" name="Google Shape;354;p50"/>
          <p:cNvSpPr txBox="1"/>
          <p:nvPr>
            <p:ph idx="4" type="body"/>
          </p:nvPr>
        </p:nvSpPr>
        <p:spPr>
          <a:xfrm>
            <a:off x="350850" y="2856025"/>
            <a:ext cx="56073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Shantu Mir &amp; Addison Fisher</a:t>
            </a:r>
            <a:endParaRPr sz="1700"/>
          </a:p>
        </p:txBody>
      </p:sp>
      <p:sp>
        <p:nvSpPr>
          <p:cNvPr id="355" name="Google Shape;355;p5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1"/>
          <p:cNvSpPr txBox="1"/>
          <p:nvPr>
            <p:ph type="title"/>
          </p:nvPr>
        </p:nvSpPr>
        <p:spPr>
          <a:xfrm>
            <a:off x="228600" y="467725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1"/>
          <p:cNvSpPr txBox="1"/>
          <p:nvPr>
            <p:ph idx="1" type="body"/>
          </p:nvPr>
        </p:nvSpPr>
        <p:spPr>
          <a:xfrm>
            <a:off x="337175" y="1229400"/>
            <a:ext cx="5376900" cy="14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Study Abroad Needs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Student Costs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Details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Schedule</a:t>
            </a:r>
            <a:endParaRPr sz="1800"/>
          </a:p>
        </p:txBody>
      </p:sp>
      <p:sp>
        <p:nvSpPr>
          <p:cNvPr id="363" name="Google Shape;363;p51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2"/>
          <p:cNvSpPr txBox="1"/>
          <p:nvPr>
            <p:ph type="title"/>
          </p:nvPr>
        </p:nvSpPr>
        <p:spPr>
          <a:xfrm>
            <a:off x="228600" y="467725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Abroad Needs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2"/>
          <p:cNvSpPr txBox="1"/>
          <p:nvPr>
            <p:ph idx="1" type="body"/>
          </p:nvPr>
        </p:nvSpPr>
        <p:spPr>
          <a:xfrm>
            <a:off x="434425" y="1167600"/>
            <a:ext cx="7987200" cy="31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Two BYU professors with PhDs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BYU students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Spring term (as students have summers off)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Relationship with a Mongolian English school to provide the following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Housing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Hotel the first and last night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The Kempinski Hotel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One meal/day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Transportation to and from the airport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Teaching infrastucture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Access to paper copies and printers</a:t>
            </a:r>
            <a:endParaRPr sz="1800"/>
          </a:p>
        </p:txBody>
      </p:sp>
      <p:sp>
        <p:nvSpPr>
          <p:cNvPr id="371" name="Google Shape;371;p5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53"/>
          <p:cNvSpPr txBox="1"/>
          <p:nvPr>
            <p:ph type="title"/>
          </p:nvPr>
        </p:nvSpPr>
        <p:spPr>
          <a:xfrm>
            <a:off x="228600" y="467725"/>
            <a:ext cx="8686800" cy="14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Costs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3"/>
          <p:cNvSpPr txBox="1"/>
          <p:nvPr>
            <p:ph idx="1" type="body"/>
          </p:nvPr>
        </p:nvSpPr>
        <p:spPr>
          <a:xfrm>
            <a:off x="452775" y="1542825"/>
            <a:ext cx="8076900" cy="225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Tuition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Flights to and from </a:t>
            </a:r>
            <a:r>
              <a:rPr lang="en" sz="1800"/>
              <a:t>Ulaanbaatar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Two meals/day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$20/day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Transportation to and from excursions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$50-$55 ( Walking is highly recommended for most of the places)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0000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0000"/>
                </a:highlight>
              </a:rPr>
              <a:t> =$4,000 (flight included; not individual meals)</a:t>
            </a:r>
            <a:endParaRPr sz="1800">
              <a:highlight>
                <a:srgbClr val="FF0000"/>
              </a:highlight>
            </a:endParaRPr>
          </a:p>
        </p:txBody>
      </p:sp>
      <p:sp>
        <p:nvSpPr>
          <p:cNvPr id="379" name="Google Shape;379;p5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54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Abroad Details</a:t>
            </a:r>
            <a:endParaRPr/>
          </a:p>
        </p:txBody>
      </p:sp>
      <p:sp>
        <p:nvSpPr>
          <p:cNvPr id="386" name="Google Shape;386;p54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Teac</a:t>
            </a:r>
            <a:r>
              <a:rPr lang="en"/>
              <a:t>hing at the English School of Mongolia (ESM)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Staying at the Golden Vill Township</a:t>
            </a:r>
            <a:endParaRPr/>
          </a:p>
          <a:p>
            <a:pPr indent="-355600" lvl="1" marL="9144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Distance : 650 m </a:t>
            </a:r>
            <a:endParaRPr/>
          </a:p>
          <a:p>
            <a:pPr indent="-355600" lvl="1" marL="9144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Walk : 12 minutes</a:t>
            </a:r>
            <a:endParaRPr/>
          </a:p>
          <a:p>
            <a:pPr indent="-355600" lvl="1" marL="9144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Car: 2 minutes</a:t>
            </a:r>
            <a:endParaRPr/>
          </a:p>
          <a:p>
            <a:pPr indent="-3556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Class content and homework should be completed before flying to Mongolia</a:t>
            </a:r>
            <a:endParaRPr/>
          </a:p>
        </p:txBody>
      </p:sp>
      <p:sp>
        <p:nvSpPr>
          <p:cNvPr id="387" name="Google Shape;387;p54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55"/>
          <p:cNvSpPr txBox="1"/>
          <p:nvPr>
            <p:ph type="title"/>
          </p:nvPr>
        </p:nvSpPr>
        <p:spPr>
          <a:xfrm>
            <a:off x="228600" y="467725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Schedule</a:t>
            </a:r>
            <a:r>
              <a:rPr lang="en" u="sng">
                <a:solidFill>
                  <a:schemeClr val="hlink"/>
                </a:solidFill>
                <a:hlinkClick r:id="rId4"/>
              </a:rPr>
              <a:t> At a Glance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Written-Out Schedule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6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399" name="Google Shape;399;p5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133817"/>
      </a:dk1>
      <a:lt1>
        <a:srgbClr val="E9EBE8"/>
      </a:lt1>
      <a:dk2>
        <a:srgbClr val="C2C7C0"/>
      </a:dk2>
      <a:lt2>
        <a:srgbClr val="EE7630"/>
      </a:lt2>
      <a:accent1>
        <a:srgbClr val="000000"/>
      </a:accent1>
      <a:accent2>
        <a:srgbClr val="931F1D"/>
      </a:accent2>
      <a:accent3>
        <a:srgbClr val="4F7CAC"/>
      </a:accent3>
      <a:accent4>
        <a:srgbClr val="C287E8"/>
      </a:accent4>
      <a:accent5>
        <a:srgbClr val="563635"/>
      </a:accent5>
      <a:accent6>
        <a:srgbClr val="63A46C"/>
      </a:accent6>
      <a:hlink>
        <a:srgbClr val="B74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